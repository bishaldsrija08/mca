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CDF26-6256-477F-86FC-2868D98FD7C2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477C1-9812-4971-BCA1-45E0FB748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002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CDF26-6256-477F-86FC-2868D98FD7C2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477C1-9812-4971-BCA1-45E0FB748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0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168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computer security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80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computer security</a:t>
            </a:r>
            <a:b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b="1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CIA TRIAD</a:t>
            </a:r>
            <a:endParaRPr lang="en-US" sz="31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996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ACHIEVE CIA GOALS?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63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ACHIEVE CIA GOALS?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879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threats and vulnerabilities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89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ctr" rtl="0">
              <a:lnSpc>
                <a:spcPct val="90000"/>
              </a:lnSpc>
              <a:spcBef>
                <a:spcPct val="0"/>
              </a:spcBef>
            </a:pPr>
            <a:r>
              <a:rPr lang="en-US" sz="40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Malware</a:t>
            </a:r>
            <a:endParaRPr lang="en-US" sz="4000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884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Malware</a:t>
            </a:r>
            <a:br>
              <a:rPr lang="en-US" sz="3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Trojan Horse</a:t>
            </a:r>
            <a:endParaRPr lang="en-US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421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Malware</a:t>
            </a:r>
            <a:br>
              <a:rPr lang="en-US" sz="3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Virus</a:t>
            </a:r>
            <a:endParaRPr lang="en-US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11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Malware</a:t>
            </a:r>
            <a:br>
              <a:rPr lang="en-US" sz="3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Worms</a:t>
            </a:r>
            <a:endParaRPr lang="en-US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733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Malware</a:t>
            </a:r>
            <a:br>
              <a:rPr lang="en-US" sz="3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Spywares</a:t>
            </a:r>
            <a:endParaRPr lang="en-US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443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Malware</a:t>
            </a:r>
            <a:br>
              <a:rPr lang="en-US" sz="3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Spywares</a:t>
            </a:r>
            <a:endParaRPr lang="en-US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153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ctr">
              <a:lnSpc>
                <a:spcPct val="150000"/>
              </a:lnSpc>
            </a:pPr>
            <a:r>
              <a:rPr lang="en-US" sz="36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Social Engineering and Phishing attack 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07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security features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676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05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601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026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021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054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0247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012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9920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7667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36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support for security and privacy </a:t>
            </a:r>
            <a:endParaRPr lang="en-US" sz="3600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447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6011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7567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2329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3396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178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topics in operating system security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3703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288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176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topics in operating system security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5267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7484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534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Office PowerPoint</Application>
  <PresentationFormat>Widescreen</PresentationFormat>
  <Paragraphs>20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Fundamentals of computer security</vt:lpstr>
      <vt:lpstr>Fundamentals of computer security CIA TRIAD</vt:lpstr>
      <vt:lpstr>HOW TO ACHIEVE CIA GOALS?</vt:lpstr>
      <vt:lpstr>HOW TO ACHIEVE CIA GOALS?</vt:lpstr>
      <vt:lpstr>Security threats and vulnerabilities</vt:lpstr>
      <vt:lpstr>Malware</vt:lpstr>
      <vt:lpstr>Malware Trojan Horse</vt:lpstr>
      <vt:lpstr>Malware Virus</vt:lpstr>
      <vt:lpstr>Malware Worms</vt:lpstr>
      <vt:lpstr>Malware Spywares</vt:lpstr>
      <vt:lpstr>Malware Spywares</vt:lpstr>
      <vt:lpstr> Social Engineering and Phishing attack </vt:lpstr>
      <vt:lpstr>operating system security features </vt:lpstr>
      <vt:lpstr>Access Control</vt:lpstr>
      <vt:lpstr>PowerPoint Presentation</vt:lpstr>
      <vt:lpstr>Authentication</vt:lpstr>
      <vt:lpstr>PowerPoint Presentation</vt:lpstr>
      <vt:lpstr>PowerPoint Presentation</vt:lpstr>
      <vt:lpstr>PowerPoint Presentation</vt:lpstr>
      <vt:lpstr>CRYPTOGRAPHY</vt:lpstr>
      <vt:lpstr>ENCRYPTION</vt:lpstr>
      <vt:lpstr>PowerPoint Presentation</vt:lpstr>
      <vt:lpstr>operating system support for security and privacy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Advanced topics in operating system security</vt:lpstr>
      <vt:lpstr>PowerPoint Presentation</vt:lpstr>
      <vt:lpstr>PowerPoint Presentation</vt:lpstr>
      <vt:lpstr>Advanced topics in operating system security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Acer</cp:lastModifiedBy>
  <cp:revision>1</cp:revision>
  <dcterms:created xsi:type="dcterms:W3CDTF">2024-09-05T00:02:52Z</dcterms:created>
  <dcterms:modified xsi:type="dcterms:W3CDTF">2024-09-05T00:02:53Z</dcterms:modified>
</cp:coreProperties>
</file>