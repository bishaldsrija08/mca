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5F6DD-711C-4C63-9385-8A6EF8711AD6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328BC-30B4-4DD3-8AFC-28BC58ED8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583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5F6DD-711C-4C63-9385-8A6EF8711AD6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328BC-30B4-4DD3-8AFC-28BC58ED8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342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881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603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746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latin typeface="Times New Roman" pitchFamily="18" charset="0"/>
                <a:cs typeface="Times New Roman" pitchFamily="18" charset="0"/>
              </a:rPr>
              <a:t>Reasons for distributed systems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142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714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740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b="1" smtClean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smtClean="0">
                <a:latin typeface="Times New Roman" pitchFamily="18" charset="0"/>
                <a:cs typeface="Times New Roman" pitchFamily="18" charset="0"/>
              </a:rPr>
              <a:t>Disadvantages of a Distributed Operating System</a:t>
            </a:r>
            <a:br>
              <a:rPr lang="en-US" sz="3600" b="1" smtClean="0">
                <a:latin typeface="Times New Roman" pitchFamily="18" charset="0"/>
                <a:cs typeface="Times New Roman" pitchFamily="18" charset="0"/>
              </a:rPr>
            </a:b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349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latin typeface="Times New Roman" pitchFamily="18" charset="0"/>
                <a:cs typeface="Times New Roman" pitchFamily="18" charset="0"/>
              </a:rPr>
              <a:t>Communication in Distributed System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556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895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891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126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Distributed system models and architectures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48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Distributed system models and architectures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883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172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Distributed system models and architectures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607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463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Distributed system models and architectures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276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0473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9746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4366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Distributed File System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2863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Distributed file system (DFS) 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831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Naming and Transparency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2007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Naming and Transparency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9327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Remote File Access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4032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Cache Location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0725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Cache Update Policy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0039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Consistency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6113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Comparing Caching and Remote Service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4651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1753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Stateful vs Stateless File Service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3783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2049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Distinctions Between Stateful and Stateless Service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1345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2181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Replication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9327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3539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5925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Distributed resource management and scheduling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0590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035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balancing algorithms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2236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4773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4973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5354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7168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2016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FAULT TOLERANCE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6603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8093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7872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5158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coordination and consistency in distributed systems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1121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3958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of  Distributed Transaction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0841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of  Distributed Transaction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3795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Concurrency Control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36463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Concurrency Control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7248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725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9417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Concurrency Control Mechanism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75746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03094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063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88222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privacy in distributed systems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64462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52386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30831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86757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topics in distributed systems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55652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33249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84652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25184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topics in distributed systems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24676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31541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486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</Words>
  <Application>Microsoft Office PowerPoint</Application>
  <PresentationFormat>Widescreen</PresentationFormat>
  <Paragraphs>33</Paragraphs>
  <Slides>72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Introduction</vt:lpstr>
      <vt:lpstr>PowerPoint Presentation</vt:lpstr>
      <vt:lpstr>Reasons for distributed systems</vt:lpstr>
      <vt:lpstr>PowerPoint Presentation</vt:lpstr>
      <vt:lpstr>PowerPoint Presentation</vt:lpstr>
      <vt:lpstr> Disadvantages of a Distributed Operating System </vt:lpstr>
      <vt:lpstr>Communication in Distributed System</vt:lpstr>
      <vt:lpstr>PowerPoint Presentation</vt:lpstr>
      <vt:lpstr>PowerPoint Presentation</vt:lpstr>
      <vt:lpstr>PowerPoint Presentation</vt:lpstr>
      <vt:lpstr>Distributed system models and architectures</vt:lpstr>
      <vt:lpstr>Distributed system models and architectures</vt:lpstr>
      <vt:lpstr>PowerPoint Presentation</vt:lpstr>
      <vt:lpstr>Distributed system models and architectures</vt:lpstr>
      <vt:lpstr>PowerPoint Presentation</vt:lpstr>
      <vt:lpstr>Distributed system models and architectures</vt:lpstr>
      <vt:lpstr>PowerPoint Presentation</vt:lpstr>
      <vt:lpstr>PowerPoint Presentation</vt:lpstr>
      <vt:lpstr>PowerPoint Presentation</vt:lpstr>
      <vt:lpstr>Distributed File System</vt:lpstr>
      <vt:lpstr>Distributed file system (DFS) </vt:lpstr>
      <vt:lpstr>Naming and Transparency</vt:lpstr>
      <vt:lpstr>Naming and Transparency</vt:lpstr>
      <vt:lpstr>Remote File Access</vt:lpstr>
      <vt:lpstr>Cache Location</vt:lpstr>
      <vt:lpstr>Cache Update Policy</vt:lpstr>
      <vt:lpstr>Consistency</vt:lpstr>
      <vt:lpstr>Comparing Caching and Remote Service</vt:lpstr>
      <vt:lpstr>PowerPoint Presentation</vt:lpstr>
      <vt:lpstr>Stateful vs Stateless File Service</vt:lpstr>
      <vt:lpstr>PowerPoint Presentation</vt:lpstr>
      <vt:lpstr>Distinctions Between Stateful and Stateless Service</vt:lpstr>
      <vt:lpstr>PowerPoint Presentation</vt:lpstr>
      <vt:lpstr>File Replication</vt:lpstr>
      <vt:lpstr>PERFORMANCE</vt:lpstr>
      <vt:lpstr>PowerPoint Presentation</vt:lpstr>
      <vt:lpstr>Distributed resource management and scheduling</vt:lpstr>
      <vt:lpstr>PowerPoint Presentation</vt:lpstr>
      <vt:lpstr>Load balancing algorithms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FAULT TOLERANCE</vt:lpstr>
      <vt:lpstr>PowerPoint Presentation</vt:lpstr>
      <vt:lpstr>PowerPoint Presentation</vt:lpstr>
      <vt:lpstr>PowerPoint Presentation</vt:lpstr>
      <vt:lpstr>coordination and consistency in distributed systems</vt:lpstr>
      <vt:lpstr>PowerPoint Presentation</vt:lpstr>
      <vt:lpstr>Type of  Distributed Transaction</vt:lpstr>
      <vt:lpstr>Type of  Distributed Transaction</vt:lpstr>
      <vt:lpstr>Concurrency Control</vt:lpstr>
      <vt:lpstr>Concurrency Control</vt:lpstr>
      <vt:lpstr>PowerPoint Presentation</vt:lpstr>
      <vt:lpstr>PowerPoint Presentation</vt:lpstr>
      <vt:lpstr>Concurrency Control Mechanism</vt:lpstr>
      <vt:lpstr>PowerPoint Presentation</vt:lpstr>
      <vt:lpstr>PowerPoint Presentation</vt:lpstr>
      <vt:lpstr>PowerPoint Presentation</vt:lpstr>
      <vt:lpstr>Security and privacy in distributed systems</vt:lpstr>
      <vt:lpstr>PowerPoint Presentation</vt:lpstr>
      <vt:lpstr>PowerPoint Presentation</vt:lpstr>
      <vt:lpstr>PowerPoint Presentation</vt:lpstr>
      <vt:lpstr>Advanced topics in distributed systems</vt:lpstr>
      <vt:lpstr>PowerPoint Presentation</vt:lpstr>
      <vt:lpstr>PowerPoint Presentation</vt:lpstr>
      <vt:lpstr>PowerPoint Presentation</vt:lpstr>
      <vt:lpstr>Advanced topics in distributed systems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Acer</cp:lastModifiedBy>
  <cp:revision>1</cp:revision>
  <dcterms:created xsi:type="dcterms:W3CDTF">2024-09-08T10:15:36Z</dcterms:created>
  <dcterms:modified xsi:type="dcterms:W3CDTF">2024-09-08T10:15:36Z</dcterms:modified>
</cp:coreProperties>
</file>