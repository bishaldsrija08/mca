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445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hal Rijal" userId="740a91e1d65862bd" providerId="LiveId" clId="{269F145D-8064-49B0-A27C-00744E5983E1}"/>
    <pc:docChg chg="undo custSel modSld">
      <pc:chgData name="Bishal Rijal" userId="740a91e1d65862bd" providerId="LiveId" clId="{269F145D-8064-49B0-A27C-00744E5983E1}" dt="2026-10-01T12:08:42.631" v="166" actId="20577"/>
      <pc:docMkLst>
        <pc:docMk/>
      </pc:docMkLst>
      <pc:sldChg chg="addSp delSp modSp mod">
        <pc:chgData name="Bishal Rijal" userId="740a91e1d65862bd" providerId="LiveId" clId="{269F145D-8064-49B0-A27C-00744E5983E1}" dt="2026-10-01T12:08:42.631" v="166" actId="20577"/>
        <pc:sldMkLst>
          <pc:docMk/>
          <pc:sldMk cId="0" sldId="256"/>
        </pc:sldMkLst>
        <pc:spChg chg="mod">
          <ac:chgData name="Bishal Rijal" userId="740a91e1d65862bd" providerId="LiveId" clId="{269F145D-8064-49B0-A27C-00744E5983E1}" dt="2026-10-01T11:11:52.440" v="43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1:56.236" v="44" actId="207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Bishal Rijal" userId="740a91e1d65862bd" providerId="LiveId" clId="{269F145D-8064-49B0-A27C-00744E5983E1}" dt="2026-10-01T11:13:17.882" v="59"/>
          <ac:spMkLst>
            <pc:docMk/>
            <pc:sldMk cId="0" sldId="256"/>
            <ac:spMk id="7" creationId="{5D2E3244-5A30-D036-1A3F-334AF5DE1E14}"/>
          </ac:spMkLst>
        </pc:spChg>
        <pc:spChg chg="add del mod">
          <ac:chgData name="Bishal Rijal" userId="740a91e1d65862bd" providerId="LiveId" clId="{269F145D-8064-49B0-A27C-00744E5983E1}" dt="2026-10-01T11:13:21.196" v="62"/>
          <ac:spMkLst>
            <pc:docMk/>
            <pc:sldMk cId="0" sldId="256"/>
            <ac:spMk id="8" creationId="{3D79BB08-5E4F-65F7-EE21-BCFB8E66F95A}"/>
          </ac:spMkLst>
        </pc:spChg>
        <pc:spChg chg="add del mod">
          <ac:chgData name="Bishal Rijal" userId="740a91e1d65862bd" providerId="LiveId" clId="{269F145D-8064-49B0-A27C-00744E5983E1}" dt="2026-10-01T11:13:25.366" v="65" actId="478"/>
          <ac:spMkLst>
            <pc:docMk/>
            <pc:sldMk cId="0" sldId="256"/>
            <ac:spMk id="9" creationId="{ED0C5751-9626-99DC-7751-58560106C8D8}"/>
          </ac:spMkLst>
        </pc:spChg>
        <pc:spChg chg="add del mod">
          <ac:chgData name="Bishal Rijal" userId="740a91e1d65862bd" providerId="LiveId" clId="{269F145D-8064-49B0-A27C-00744E5983E1}" dt="2026-10-01T11:13:28.131" v="68"/>
          <ac:spMkLst>
            <pc:docMk/>
            <pc:sldMk cId="0" sldId="256"/>
            <ac:spMk id="10" creationId="{14D43F37-C46D-C16F-885F-2AB780871B93}"/>
          </ac:spMkLst>
        </pc:spChg>
        <pc:spChg chg="add del mod">
          <ac:chgData name="Bishal Rijal" userId="740a91e1d65862bd" providerId="LiveId" clId="{269F145D-8064-49B0-A27C-00744E5983E1}" dt="2026-10-01T12:08:24.181" v="160" actId="478"/>
          <ac:spMkLst>
            <pc:docMk/>
            <pc:sldMk cId="0" sldId="256"/>
            <ac:spMk id="11" creationId="{2DF47BC7-03F1-198F-27D7-6FF3AFB3347E}"/>
          </ac:spMkLst>
        </pc:spChg>
        <pc:spChg chg="add del mod">
          <ac:chgData name="Bishal Rijal" userId="740a91e1d65862bd" providerId="LiveId" clId="{269F145D-8064-49B0-A27C-00744E5983E1}" dt="2026-10-01T12:08:24.181" v="162"/>
          <ac:spMkLst>
            <pc:docMk/>
            <pc:sldMk cId="0" sldId="256"/>
            <ac:spMk id="12" creationId="{1D58F5EC-D5D5-ED76-4F7F-41CD7AC3E803}"/>
          </ac:spMkLst>
        </pc:spChg>
        <pc:spChg chg="add mod">
          <ac:chgData name="Bishal Rijal" userId="740a91e1d65862bd" providerId="LiveId" clId="{269F145D-8064-49B0-A27C-00744E5983E1}" dt="2026-10-01T12:08:42.631" v="166" actId="20577"/>
          <ac:spMkLst>
            <pc:docMk/>
            <pc:sldMk cId="0" sldId="256"/>
            <ac:spMk id="14" creationId="{33331B2E-6F70-29B1-8E97-54D63A06EE71}"/>
          </ac:spMkLst>
        </pc:spChg>
        <pc:picChg chg="add mod">
          <ac:chgData name="Bishal Rijal" userId="740a91e1d65862bd" providerId="LiveId" clId="{269F145D-8064-49B0-A27C-00744E5983E1}" dt="2026-10-01T11:08:04.205" v="2" actId="14100"/>
          <ac:picMkLst>
            <pc:docMk/>
            <pc:sldMk cId="0" sldId="256"/>
            <ac:picMk id="6" creationId="{C67C5735-DD09-BD40-667C-4DB359D44487}"/>
          </ac:picMkLst>
        </pc:picChg>
      </pc:sldChg>
      <pc:sldChg chg="addSp delSp modSp mod">
        <pc:chgData name="Bishal Rijal" userId="740a91e1d65862bd" providerId="LiveId" clId="{269F145D-8064-49B0-A27C-00744E5983E1}" dt="2026-10-01T12:08:16.276" v="158" actId="478"/>
        <pc:sldMkLst>
          <pc:docMk/>
          <pc:sldMk cId="0" sldId="257"/>
        </pc:sldMkLst>
        <pc:spChg chg="mod">
          <ac:chgData name="Bishal Rijal" userId="740a91e1d65862bd" providerId="LiveId" clId="{269F145D-8064-49B0-A27C-00744E5983E1}" dt="2026-10-01T11:30:00.647" v="99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08:24.640" v="3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32:12.108" v="100" actId="1035"/>
          <ac:spMkLst>
            <pc:docMk/>
            <pc:sldMk cId="0" sldId="257"/>
            <ac:spMk id="7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08:27.031" v="4" actId="478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Bishal Rijal" userId="740a91e1d65862bd" providerId="LiveId" clId="{269F145D-8064-49B0-A27C-00744E5983E1}" dt="2026-10-01T12:08:16.276" v="158" actId="478"/>
          <ac:spMkLst>
            <pc:docMk/>
            <pc:sldMk cId="0" sldId="257"/>
            <ac:spMk id="12" creationId="{9AE9DF4B-109B-8C2D-4CAA-7ACE106DC230}"/>
          </ac:spMkLst>
        </pc:spChg>
      </pc:sldChg>
      <pc:sldChg chg="addSp delSp modSp mod">
        <pc:chgData name="Bishal Rijal" userId="740a91e1d65862bd" providerId="LiveId" clId="{269F145D-8064-49B0-A27C-00744E5983E1}" dt="2026-10-01T12:08:10.027" v="157" actId="478"/>
        <pc:sldMkLst>
          <pc:docMk/>
          <pc:sldMk cId="0" sldId="258"/>
        </pc:sldMkLst>
        <pc:spChg chg="del">
          <ac:chgData name="Bishal Rijal" userId="740a91e1d65862bd" providerId="LiveId" clId="{269F145D-8064-49B0-A27C-00744E5983E1}" dt="2026-10-01T11:12:02.532" v="45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2:08.515" v="46" actId="207"/>
          <ac:spMkLst>
            <pc:docMk/>
            <pc:sldMk cId="0" sldId="258"/>
            <ac:spMk id="9" creationId="{00000000-0000-0000-0000-000000000000}"/>
          </ac:spMkLst>
        </pc:spChg>
        <pc:spChg chg="add del mod">
          <ac:chgData name="Bishal Rijal" userId="740a91e1d65862bd" providerId="LiveId" clId="{269F145D-8064-49B0-A27C-00744E5983E1}" dt="2026-10-01T12:08:10.027" v="157" actId="478"/>
          <ac:spMkLst>
            <pc:docMk/>
            <pc:sldMk cId="0" sldId="258"/>
            <ac:spMk id="11" creationId="{4904F837-4678-4060-D806-893E5063D5E0}"/>
          </ac:spMkLst>
        </pc:spChg>
        <pc:graphicFrameChg chg="modGraphic">
          <ac:chgData name="Bishal Rijal" userId="740a91e1d65862bd" providerId="LiveId" clId="{269F145D-8064-49B0-A27C-00744E5983E1}" dt="2026-10-01T11:08:45.045" v="6" actId="207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addSp delSp modSp mod">
        <pc:chgData name="Bishal Rijal" userId="740a91e1d65862bd" providerId="LiveId" clId="{269F145D-8064-49B0-A27C-00744E5983E1}" dt="2026-10-01T12:08:06.805" v="156" actId="478"/>
        <pc:sldMkLst>
          <pc:docMk/>
          <pc:sldMk cId="0" sldId="259"/>
        </pc:sldMkLst>
        <pc:spChg chg="del">
          <ac:chgData name="Bishal Rijal" userId="740a91e1d65862bd" providerId="LiveId" clId="{269F145D-8064-49B0-A27C-00744E5983E1}" dt="2026-10-01T11:09:23.861" v="7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09:26.861" v="8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09:28.579" v="9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09:30.173" v="10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09:31.657" v="11" actId="478"/>
          <ac:spMkLst>
            <pc:docMk/>
            <pc:sldMk cId="0" sldId="259"/>
            <ac:spMk id="29" creationId="{00000000-0000-0000-0000-000000000000}"/>
          </ac:spMkLst>
        </pc:spChg>
        <pc:spChg chg="add del mod">
          <ac:chgData name="Bishal Rijal" userId="740a91e1d65862bd" providerId="LiveId" clId="{269F145D-8064-49B0-A27C-00744E5983E1}" dt="2026-10-01T12:08:06.805" v="156" actId="478"/>
          <ac:spMkLst>
            <pc:docMk/>
            <pc:sldMk cId="0" sldId="259"/>
            <ac:spMk id="36" creationId="{B1D64A8B-30EC-1951-5643-C0A87EC95EFD}"/>
          </ac:spMkLst>
        </pc:spChg>
      </pc:sldChg>
      <pc:sldChg chg="addSp delSp modSp mod">
        <pc:chgData name="Bishal Rijal" userId="740a91e1d65862bd" providerId="LiveId" clId="{269F145D-8064-49B0-A27C-00744E5983E1}" dt="2026-10-01T12:07:51.261" v="155" actId="22"/>
        <pc:sldMkLst>
          <pc:docMk/>
          <pc:sldMk cId="0" sldId="260"/>
        </pc:sldMkLst>
        <pc:spChg chg="del">
          <ac:chgData name="Bishal Rijal" userId="740a91e1d65862bd" providerId="LiveId" clId="{269F145D-8064-49B0-A27C-00744E5983E1}" dt="2026-10-01T11:09:44.750" v="13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3:01.369" v="56" actId="207"/>
          <ac:spMkLst>
            <pc:docMk/>
            <pc:sldMk cId="0" sldId="260"/>
            <ac:spMk id="8" creationId="{00000000-0000-0000-0000-000000000000}"/>
          </ac:spMkLst>
        </pc:spChg>
        <pc:spChg chg="add del">
          <ac:chgData name="Bishal Rijal" userId="740a91e1d65862bd" providerId="LiveId" clId="{269F145D-8064-49B0-A27C-00744E5983E1}" dt="2026-10-01T11:10:03.060" v="19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0:00.060" v="18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0:00.060" v="18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2:57.072" v="55" actId="207"/>
          <ac:spMkLst>
            <pc:docMk/>
            <pc:sldMk cId="0" sldId="260"/>
            <ac:spMk id="12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09.606" v="21" actId="4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2:38.041" v="51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Bishal Rijal" userId="740a91e1d65862bd" providerId="LiveId" clId="{269F145D-8064-49B0-A27C-00744E5983E1}" dt="2026-10-01T11:12:53.978" v="54" actId="207"/>
          <ac:spMkLst>
            <pc:docMk/>
            <pc:sldMk cId="0" sldId="260"/>
            <ac:spMk id="15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09:40.064" v="12" actId="478"/>
          <ac:spMkLst>
            <pc:docMk/>
            <pc:sldMk cId="0" sldId="260"/>
            <ac:spMk id="16" creationId="{00000000-0000-0000-0000-000000000000}"/>
          </ac:spMkLst>
        </pc:spChg>
        <pc:spChg chg="add del mod">
          <ac:chgData name="Bishal Rijal" userId="740a91e1d65862bd" providerId="LiveId" clId="{269F145D-8064-49B0-A27C-00744E5983E1}" dt="2026-10-01T12:07:51.261" v="155" actId="22"/>
          <ac:spMkLst>
            <pc:docMk/>
            <pc:sldMk cId="0" sldId="260"/>
            <ac:spMk id="20" creationId="{7FB1B14C-B2E0-C45A-D0E2-01D62F104687}"/>
          </ac:spMkLst>
        </pc:spChg>
      </pc:sldChg>
      <pc:sldChg chg="addSp delSp modSp mod">
        <pc:chgData name="Bishal Rijal" userId="740a91e1d65862bd" providerId="LiveId" clId="{269F145D-8064-49B0-A27C-00744E5983E1}" dt="2026-10-01T12:07:49.730" v="152" actId="22"/>
        <pc:sldMkLst>
          <pc:docMk/>
          <pc:sldMk cId="0" sldId="261"/>
        </pc:sldMkLst>
        <pc:spChg chg="del">
          <ac:chgData name="Bishal Rijal" userId="740a91e1d65862bd" providerId="LiveId" clId="{269F145D-8064-49B0-A27C-00744E5983E1}" dt="2026-10-01T11:10:15.778" v="22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18.559" v="23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25.166" v="26" actId="478"/>
          <ac:spMkLst>
            <pc:docMk/>
            <pc:sldMk cId="0" sldId="261"/>
            <ac:spMk id="12" creationId="{00000000-0000-0000-0000-000000000000}"/>
          </ac:spMkLst>
        </pc:spChg>
        <pc:spChg chg="add del">
          <ac:chgData name="Bishal Rijal" userId="740a91e1d65862bd" providerId="LiveId" clId="{269F145D-8064-49B0-A27C-00744E5983E1}" dt="2026-10-01T11:10:21.917" v="25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28.962" v="27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31.791" v="28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35.650" v="29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37.900" v="30" actId="478"/>
          <ac:spMkLst>
            <pc:docMk/>
            <pc:sldMk cId="0" sldId="261"/>
            <ac:spMk id="24" creationId="{00000000-0000-0000-0000-000000000000}"/>
          </ac:spMkLst>
        </pc:spChg>
        <pc:spChg chg="add del mod">
          <ac:chgData name="Bishal Rijal" userId="740a91e1d65862bd" providerId="LiveId" clId="{269F145D-8064-49B0-A27C-00744E5983E1}" dt="2026-10-01T12:07:49.730" v="152" actId="22"/>
          <ac:spMkLst>
            <pc:docMk/>
            <pc:sldMk cId="0" sldId="261"/>
            <ac:spMk id="30" creationId="{65822944-5F64-58BE-8021-97088ED51F3A}"/>
          </ac:spMkLst>
        </pc:spChg>
      </pc:sldChg>
      <pc:sldChg chg="addSp delSp modSp mod">
        <pc:chgData name="Bishal Rijal" userId="740a91e1d65862bd" providerId="LiveId" clId="{269F145D-8064-49B0-A27C-00744E5983E1}" dt="2026-10-01T12:07:48.387" v="149" actId="22"/>
        <pc:sldMkLst>
          <pc:docMk/>
          <pc:sldMk cId="0" sldId="262"/>
        </pc:sldMkLst>
        <pc:spChg chg="del">
          <ac:chgData name="Bishal Rijal" userId="740a91e1d65862bd" providerId="LiveId" clId="{269F145D-8064-49B0-A27C-00744E5983E1}" dt="2026-10-01T11:10:45.914" v="31" actId="478"/>
          <ac:spMkLst>
            <pc:docMk/>
            <pc:sldMk cId="0" sldId="262"/>
            <ac:spMk id="5" creationId="{00000000-0000-0000-0000-000000000000}"/>
          </ac:spMkLst>
        </pc:spChg>
        <pc:spChg chg="add del mod">
          <ac:chgData name="Bishal Rijal" userId="740a91e1d65862bd" providerId="LiveId" clId="{269F145D-8064-49B0-A27C-00744E5983E1}" dt="2026-10-01T12:07:48.387" v="149" actId="22"/>
          <ac:spMkLst>
            <pc:docMk/>
            <pc:sldMk cId="0" sldId="262"/>
            <ac:spMk id="11" creationId="{D7FD2AE0-4CC4-D736-9D4F-702CEF272F8A}"/>
          </ac:spMkLst>
        </pc:spChg>
      </pc:sldChg>
      <pc:sldChg chg="addSp delSp modSp mod">
        <pc:chgData name="Bishal Rijal" userId="740a91e1d65862bd" providerId="LiveId" clId="{269F145D-8064-49B0-A27C-00744E5983E1}" dt="2026-10-01T12:07:46.075" v="138" actId="22"/>
        <pc:sldMkLst>
          <pc:docMk/>
          <pc:sldMk cId="0" sldId="263"/>
        </pc:sldMkLst>
        <pc:spChg chg="add del mod">
          <ac:chgData name="Bishal Rijal" userId="740a91e1d65862bd" providerId="LiveId" clId="{269F145D-8064-49B0-A27C-00744E5983E1}" dt="2026-10-01T12:07:46.075" v="138" actId="22"/>
          <ac:spMkLst>
            <pc:docMk/>
            <pc:sldMk cId="0" sldId="263"/>
            <ac:spMk id="6" creationId="{5710B935-B140-D6B4-AB6A-A290327BB62C}"/>
          </ac:spMkLst>
        </pc:spChg>
      </pc:sldChg>
      <pc:sldChg chg="delSp mod">
        <pc:chgData name="Bishal Rijal" userId="740a91e1d65862bd" providerId="LiveId" clId="{269F145D-8064-49B0-A27C-00744E5983E1}" dt="2026-10-01T11:11:08.644" v="41" actId="478"/>
        <pc:sldMkLst>
          <pc:docMk/>
          <pc:sldMk cId="0" sldId="264"/>
        </pc:sldMkLst>
        <pc:spChg chg="del">
          <ac:chgData name="Bishal Rijal" userId="740a91e1d65862bd" providerId="LiveId" clId="{269F145D-8064-49B0-A27C-00744E5983E1}" dt="2026-10-01T11:10:50.398" v="32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52.007" v="33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55.631" v="34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57.943" v="35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0:59.739" v="36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1:01.926" v="37" actId="47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1:03.770" v="38" actId="478"/>
          <ac:spMkLst>
            <pc:docMk/>
            <pc:sldMk cId="0" sldId="264"/>
            <ac:spMk id="29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1:05.301" v="39" actId="478"/>
          <ac:spMkLst>
            <pc:docMk/>
            <pc:sldMk cId="0" sldId="264"/>
            <ac:spMk id="33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1:07.019" v="40" actId="478"/>
          <ac:spMkLst>
            <pc:docMk/>
            <pc:sldMk cId="0" sldId="264"/>
            <ac:spMk id="37" creationId="{00000000-0000-0000-0000-000000000000}"/>
          </ac:spMkLst>
        </pc:spChg>
        <pc:spChg chg="del">
          <ac:chgData name="Bishal Rijal" userId="740a91e1d65862bd" providerId="LiveId" clId="{269F145D-8064-49B0-A27C-00744E5983E1}" dt="2026-10-01T11:11:08.644" v="41" actId="478"/>
          <ac:spMkLst>
            <pc:docMk/>
            <pc:sldMk cId="0" sldId="264"/>
            <ac:spMk id="41" creationId="{00000000-0000-0000-0000-000000000000}"/>
          </ac:spMkLst>
        </pc:spChg>
      </pc:sldChg>
      <pc:sldChg chg="modSp mod">
        <pc:chgData name="Bishal Rijal" userId="740a91e1d65862bd" providerId="LiveId" clId="{269F145D-8064-49B0-A27C-00744E5983E1}" dt="2026-10-01T11:11:21.437" v="42" actId="207"/>
        <pc:sldMkLst>
          <pc:docMk/>
          <pc:sldMk cId="0" sldId="265"/>
        </pc:sldMkLst>
        <pc:spChg chg="mod">
          <ac:chgData name="Bishal Rijal" userId="740a91e1d65862bd" providerId="LiveId" clId="{269F145D-8064-49B0-A27C-00744E5983E1}" dt="2026-10-01T11:11:21.437" v="42" actId="207"/>
          <ac:spMkLst>
            <pc:docMk/>
            <pc:sldMk cId="0" sldId="265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24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  |  Patan Multiple Campus  |  MCA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Web Development and Career Roadmap for 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Writing Presentation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Bishal Rijal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6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7C5735-DD09-BD40-667C-4DB359D444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890" y="102870"/>
            <a:ext cx="1156063" cy="9682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0C5751-9626-99DC-7751-58560106C8D8}"/>
              </a:ext>
            </a:extLst>
          </p:cNvPr>
          <p:cNvSpPr txBox="1"/>
          <p:nvPr/>
        </p:nvSpPr>
        <p:spPr>
          <a:xfrm>
            <a:off x="5545183" y="2090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3331B2E-6F70-29B1-8E97-54D63A06EE71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chemeClr val="bg1"/>
                </a:solidFill>
              </a:rPr>
              <a:t>1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Introduction, Problem and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47995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tutorials, tools and frameworks; beginners do not know what to learn first.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APIs, hosting and deployment are often confused.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change quickly, so fundamentals matter more than any single tool.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websites and web applications work.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frontend, backend and database layers.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HTML, CSS, JavaScript, APIs and Git.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10-stage career roadmap for 2026.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technical communication through a webinar.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 and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273970"/>
              </p:ext>
            </p:extLst>
          </p:nvPr>
        </p:nvGraphicFramePr>
        <p:xfrm>
          <a:off x="457200" y="1097280"/>
          <a:ext cx="512064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need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introduction, career options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Bachelor 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 / Intermediate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Technologies, roadmap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beginners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learning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Aspiring developers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 / Intermediate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Skills, 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Career-oriented learners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Portfolio, internship,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89788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155448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fundamentals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and APIs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dev tools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security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introductory coverage only; tools and job roles vary over time and by country.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Web Works: Request-Response 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B3262E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lookup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resolves the domain to an IP address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40280" y="1280160"/>
            <a:ext cx="365760" cy="365760"/>
          </a:xfrm>
          <a:prstGeom prst="ellipse">
            <a:avLst/>
          </a:prstGeom>
          <a:solidFill>
            <a:srgbClr val="B3262E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2103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request to that IP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931920" y="1280160"/>
            <a:ext cx="365760" cy="365760"/>
          </a:xfrm>
          <a:prstGeom prst="ellipse">
            <a:avLst/>
          </a:prstGeom>
          <a:solidFill>
            <a:srgbClr val="B3262E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103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logic, may query the database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23560" y="1280160"/>
            <a:ext cx="365760" cy="365760"/>
          </a:xfrm>
          <a:prstGeom prst="ellipse">
            <a:avLst/>
          </a:prstGeom>
          <a:solidFill>
            <a:srgbClr val="B3262E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response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2103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HTML, CSS, JS, JSON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315200" y="1280160"/>
            <a:ext cx="365760" cy="365760"/>
          </a:xfrm>
          <a:prstGeom prst="ellipse">
            <a:avLst/>
          </a:prstGeom>
          <a:solidFill>
            <a:srgbClr val="B3262E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2103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builds the page shown to the user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informational (blog, company profile).   </a:t>
            </a: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and dynamic (login, payments, chat).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and Three-Tier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(Frontend)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· React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92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↓ HTTP/HTTPS (API calls)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Server (Backend)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Python · PHP · Java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29489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↓ Queries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5171" y="37536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MySQL · PostgreSQL · MongoDB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Model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1554480"/>
            <a:ext cx="3840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a service; server processes it and responds.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serves files (Apache, Nginx).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 runs business logic (Node, Django).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 stores and retrieves data.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centralized data, security, scalability, multi-user access.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HTTP, HTTPS and DNS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(port 80)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Stateless; request/response based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GET, POST, PUT, DELETE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codes: 200 OK, 404, 500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as plain text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(port 443)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encrypted with SSL/TLS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eavesdropping, tampering, man-in-the-middle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all modern websites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Resolution: the “phonebook of the internet”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703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892808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resolver (ISP)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3703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82696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server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25696" y="3703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72584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server (.com)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815584" y="3703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062472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3703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3520440"/>
            <a:ext cx="1188720" cy="731520"/>
          </a:xfrm>
          <a:prstGeom prst="rect">
            <a:avLst/>
          </a:prstGeom>
          <a:solidFill>
            <a:srgbClr val="B3262E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52360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Programming Interfaces (APIs)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API does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rules that lets two programs communicate.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frontend to backend, or one service to another.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frontend sends request → backend queries database → backend returns JSON → UI updates.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REST (most common), GraphQL, SOAP, WebSockets.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97280"/>
          <a:ext cx="4206240" cy="268833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user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user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user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480560" y="3931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REST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Technologies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5387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Elements, forms, semantic 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and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Flexbox, Grid, media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and appearance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DOM, events, fetch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Angular, Vue, Svelte, Next.js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frontends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Python, Java, PHP, 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logic and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MySQL, PostgreSQL (SQL); MongoDB, Redis (NoSQL)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Commit, branch, merge, push, pull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npm, browser DevTools, 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Roadmap for 2026: Ten Stages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 and Career Roadmap for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and web basics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3911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internet, HTTP, command line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600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CSS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03911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HTML, Flexbox, Grid, responsive design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600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03911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DOM, async, fetch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1600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203911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components, state, routing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600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03911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middleware, authentication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337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7764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joins, keys, indexing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240280" y="3337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240280" y="37764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API + backend + database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3931920" y="3337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and portfolio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37764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skills; show them on GitHub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62356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623560" y="3337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and job prep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623560" y="37764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LinkedIn, mock interviews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31520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3337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37764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DevOps, security, testing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Careers and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databases, APIs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testing, deployment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solving, documentation, teamwork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5087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 developer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Software developer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Freelancer, remote developer, entrepreneur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5087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HTML, CSS, JS first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projects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official documentation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 as tools change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 structured path, strong fundamentals and practical projects matter more than chasing every new tool.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996</Words>
  <Application>Microsoft Office PowerPoint</Application>
  <PresentationFormat>On-screen Show (16:9)</PresentationFormat>
  <Paragraphs>233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Bishal Rijal</cp:lastModifiedBy>
  <cp:revision>1</cp:revision>
  <dcterms:created xsi:type="dcterms:W3CDTF">2026-09-30T17:27:41Z</dcterms:created>
  <dcterms:modified xsi:type="dcterms:W3CDTF">2026-10-01T12:08:43Z</dcterms:modified>
</cp:coreProperties>
</file>